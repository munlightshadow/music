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937" y="411480"/>
            <a:ext cx="2059819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148840"/>
            <a:ext cx="1051560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 / 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Кто с вами на курсе: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10" name="Picture 9" descr="demo-blank-i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урок с преподавателем в Zoom → тьютору письмо 37, эссе 38 и задание 4 → итоговый тест.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Расписание и дедлайны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Он английский не проверяет.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Кто с вами работает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Роль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Чего не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Преподаватель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Урок Zoom: живая речь на теме модуля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ставит баллы за 37 / 38 / 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Тьютор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Проверяет письмо, эссе и голосовое как эксперт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ведёт Zoom и не гоняет дедлайны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Расписание, дедлайны, связь с семьёй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проверяет английский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 кому с каким вопросом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как сказать на уроке, как звучит фраза, что было в Zoom.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баллы и комментарий к этой работе: что исправить сейчас.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когда Zoom, когда дедлайн, не открывается модуль, вопрос семьи про прогресс.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Сегодня вас ведёт эксперт вводного модуля. Дальше на курсе — эти три роли.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тьютору «во сколько занятие?» и куратору «поставьте 14 за эссе» — не туда.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10" name="Picture 9" descr="demo-listening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10" name="Picture 9" descr="demo-listening-3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10" name="Picture 9" descr="demo-reading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10" name="Picture 9" descr="demo-reading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10" name="Picture 9" descr="demo-reading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10" name="Picture 9" descr="demo-grammar-19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10" name="Picture 9" descr="demo-wordformation-25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 Тема — русская литература: три вопроса другу и новость про подарок.</a:t>
            </a:r>
          </a:p>
        </p:txBody>
      </p:sp>
      <p:pic>
        <p:nvPicPr>
          <p:cNvPr id="10" name="Picture 9" descr="demo-writing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10" name="Picture 9" descr="work-8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10" name="Picture 9" descr="work-84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Выбираете только один вариант. Таблица или круговая диаграмма — здесь, в 38, не в чтении. Почему жители Zetland не ходят в театр.</a:t>
            </a:r>
          </a:p>
        </p:txBody>
      </p:sp>
      <p:pic>
        <p:nvPicPr>
          <p:cNvPr id="10" name="Picture 9" descr="demo-writing-3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10" name="Picture 9" descr="demo-writing-3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pic>
        <p:nvPicPr>
          <p:cNvPr id="13" name="Picture 12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10" name="Picture 9" descr="work-1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10" name="Picture 9" descr="work-87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Подготовка 1,5 мин, читать 1,5 мин. Ставят 1 или 0. Текст про water hole в саванне.</a:t>
            </a:r>
          </a:p>
        </p:txBody>
      </p:sp>
      <p:pic>
        <p:nvPicPr>
          <p:cNvPr id="10" name="Picture 9" descr="demo-speaking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10" name="Picture 9" descr="demo-speaking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Вопросы на экране заранее не видите — слушайте. 40 секунд, 2–3 фразы, по 1 баллу. Интервью про одежду; на экзамене звучит в наушниках.</a:t>
            </a:r>
          </a:p>
        </p:txBody>
      </p:sp>
      <p:pic>
        <p:nvPicPr>
          <p:cNvPr id="10" name="Picture 9" descr="demo-speakin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 Проект Volunteering, 12–15 фраз, не больше 3 минут.</a:t>
            </a:r>
          </a:p>
        </p:txBody>
      </p:sp>
      <p:pic>
        <p:nvPicPr>
          <p:cNvPr id="10" name="Picture 9" descr="demo-speaking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10" name="Picture 9" descr="work-0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10" name="Picture 9" descr="work-92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Три продукта каждый модуль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с преподавателем в Zoom и в фонетике.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Дедлайн первой сдачи скажет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Три работы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937" y="411480"/>
            <a:ext cx="2059819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148840"/>
            <a:ext cx="1051560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69 / 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