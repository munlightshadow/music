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965960"/>
            <a:ext cx="676656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Название презентации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6766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Подзаголовок · модуль, занятие или встреча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6766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Английский Маяк · подготовка к ОГЭ и ЕГЭ по английскому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Название раздела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Короткое пояснение, о чём этот блок</a:t>
            </a:r>
          </a:p>
        </p:txBody>
      </p:sp>
      <p:pic>
        <p:nvPicPr>
          <p:cNvPr id="11" name="Picture 10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Заголовок слайда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6128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05156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тезис — коротко и по делу.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64207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448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Второй тезис — один факт или правило.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6712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5740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Третий тезис — что сделать ученику.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7004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Четвёртый тезис — ссылка на задание или модуль.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Две колонки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51560"/>
            <a:ext cx="5212080" cy="470916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51560"/>
            <a:ext cx="64008" cy="470916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5212080" cy="470916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51560"/>
            <a:ext cx="64008" cy="470916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Правило, критерий или шаг.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Оставьте место под 3–5 строк.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Справа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Пример, цитата из КИМ или подсказка тьютору.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Акцент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10881360" cy="201168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64008" cy="201168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8016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Подсказка тьютору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— то, что нельзя пропустить: критерий, объём, типичная ошибка.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881360" cy="2286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64008" cy="22860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Формулировка как в КИМ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10332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Скопируйте сюда фразу из демоверсии или задания модуля.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Таблица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0515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017"/>
                <a:gridCol w="5005425"/>
                <a:gridCol w="4134918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1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2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3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Что смотрим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Полнота ответа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Организация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Абзацы и связность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пройденное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