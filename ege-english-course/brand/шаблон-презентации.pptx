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965960"/>
            <a:ext cx="676656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Название презентации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063240"/>
            <a:ext cx="6766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Подзаголовок · модуль, занятие или встреча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566160"/>
            <a:ext cx="6766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Английский Маяк · подготовка к ОГЭ и ЕГЭ по английскому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0704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Название раздела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23360"/>
            <a:ext cx="10607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Короткое пояснение, о чём этот блок</a:t>
            </a:r>
          </a:p>
        </p:txBody>
      </p:sp>
      <p:pic>
        <p:nvPicPr>
          <p:cNvPr id="11" name="Picture 10" descr="logo-icon-o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Заголовок слайда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161288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05156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Первый тезис — коротко и по делу.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64207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55448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Второй тезис — один факт или правило.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167128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05740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Третий тезис — что сделать ученику.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70048"/>
            <a:ext cx="128016" cy="128016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2560320"/>
            <a:ext cx="1042416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Четвёртый тезис — ссылка на задание или модуль.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Две колонки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051560"/>
            <a:ext cx="5212080" cy="470916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51560"/>
            <a:ext cx="64008" cy="470916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051560"/>
            <a:ext cx="5212080" cy="470916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051560"/>
            <a:ext cx="64008" cy="4709160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23444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Слева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691640"/>
            <a:ext cx="475488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Правило, критерий или шаг.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Оставьте место под 3–5 строк.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23444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Справа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1691640"/>
            <a:ext cx="4754880" cy="37490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Пример, цитата из КИМ или подсказка тьютору.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Акцент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097280"/>
            <a:ext cx="10881360" cy="201168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097280"/>
            <a:ext cx="64008" cy="2011680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280160"/>
            <a:ext cx="10332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Подсказка тьютору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737360"/>
            <a:ext cx="103327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Сюда — то, что нельзя пропустить: критерий, объём, типичная ошибка.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37560"/>
            <a:ext cx="10881360" cy="22860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337560"/>
            <a:ext cx="64008" cy="228600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520440"/>
            <a:ext cx="103327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Формулировка как в КИМ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977639"/>
            <a:ext cx="1033272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Скопируйте сюда фразу из демоверсии или задания модуля.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351" y="146304"/>
            <a:ext cx="2190856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Таблица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05156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017"/>
                <a:gridCol w="5005425"/>
                <a:gridCol w="4134918"/>
              </a:tblGrid>
              <a:tr h="8412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Колонка 1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Колонка 2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Колонка 3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Критерий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Максимум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Что смотрим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РКЗ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Полнота ответа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Организация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Абзацы и связность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Язык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пройденное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