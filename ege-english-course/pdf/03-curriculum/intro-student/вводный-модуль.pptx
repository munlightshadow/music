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 / 72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 / 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9" name="Picture 8" descr="demo-blank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Zoom → тьютору письмо 37, эссе 38 и задание 4 → итоговый тест.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9" name="Picture 8" descr="demo-listening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9" name="Picture 8" descr="demo-listening-3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9" name="Picture 8" descr="demo-readin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9" name="Picture 8" descr="demo-readin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9" name="Picture 8" descr="demo-readin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9" name="Picture 8" descr="demo-grammar-19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9" name="Picture 8" descr="demo-wordformation-25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само задание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 КИМ / методические материалы 2025. Тема — русская литература, три вопроса + новость про подарок.</a:t>
            </a:r>
          </a:p>
        </p:txBody>
      </p:sp>
      <p:pic>
        <p:nvPicPr>
          <p:cNvPr id="9" name="Picture 8" descr="demo-writing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9" name="Picture 8" descr="work-8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9" name="Picture 8" descr="work-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0E5F5F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само задание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В КИМ два варианта. Выбираете только один. Таблица или круговая диаграмма — здесь, в задании 38, не в чтении.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38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 / мр Пч 2025. Почему жители Zetland не ходят в театр.</a:t>
            </a:r>
          </a:p>
        </p:txBody>
      </p:sp>
      <p:pic>
        <p:nvPicPr>
          <p:cNvPr id="9" name="Picture 8" descr="demo-writing-3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39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9" name="Picture 8" descr="demo-writing-3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41 / 72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42 / 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43 / 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9" name="Picture 8" descr="work-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44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45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9" name="Picture 8" descr="work-8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1 · чтение вслух · 1 балл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Подготовка 1,5 мин. Читать 1,5 мин. Ставят 1 или 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 устной части: текст про water hole в саванне.</a:t>
            </a:r>
          </a:p>
        </p:txBody>
      </p:sp>
      <p:pic>
        <p:nvPicPr>
          <p:cNvPr id="9" name="Picture 8" descr="demo-speakin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9" name="Picture 8" descr="demo-speakin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 · интервью · 5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Вопросы на экране вы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видите заранее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 Слушайте. 40 секунд на ответ, 2–3 фразы. По 1 баллу за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демоверсия: интервью Teenagers Round the World про одежду. На экзамене звучит в наушниках.</a:t>
            </a:r>
          </a:p>
        </p:txBody>
      </p:sp>
      <p:pic>
        <p:nvPicPr>
          <p:cNvPr id="9" name="Picture 8" descr="demo-speakin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Сначала само задание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ФИПИ, демоверсия: проект Volunteering, два фото. 12–15 фраз, не больше 3 минут.</a:t>
            </a:r>
          </a:p>
        </p:txBody>
      </p:sp>
      <p:pic>
        <p:nvPicPr>
          <p:cNvPr id="9" name="Picture 8" descr="demo-speakin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4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9" name="Picture 8" descr="work-0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9" name="Picture 8" descr="work-9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70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Три продукта каждые модуль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5F5F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7F3F3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70 / 72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в Zoom и в фонетике.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0E8A8A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71 / 72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6151"/>
            <a:ext cx="12191695" cy="29260"/>
          </a:xfrm>
          <a:prstGeom prst="rect">
            <a:avLst/>
          </a:prstGeom>
          <a:solidFill>
            <a:srgbClr val="0E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E07A2F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8778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Вводный модуль · курс подготовки к ЕГЭ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7A838C"/>
                </a:solidFill>
                <a:latin typeface="Calibri"/>
                <a:ea typeface="Calibri"/>
                <a:cs typeface="Calibri"/>
              </a:rPr>
              <a:t>72 /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