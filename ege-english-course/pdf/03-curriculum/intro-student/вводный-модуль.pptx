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36863"/>
            <a:ext cx="10908792" cy="121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57510"/>
            <a:ext cx="10908792" cy="1197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Zoom → тьютору письмо 37, эссе 38 и задание 4 → итоговый тест.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Кратко: формат, чтобы не удивиться в бланке №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1–9 · 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10–18 · 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(полное понимание).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Объём текстов на экзамене — до 900 слов. Есть и несплошные тексты (таблицы) — это готовит к заданию 38.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96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8446"/>
            <a:ext cx="10908792" cy="4426633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928446"/>
            <a:ext cx="64008" cy="4426633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9886"/>
            <a:ext cx="10652760" cy="4262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37. You have received an email message from your English-speaking pen-friend Olive: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From: Olive@mail.uk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To: Russian_friend@ege.ru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Subject: St. Petersburg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…At college we are doing projects on the historic cities of the world.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If I choose St. Petersburg in Russia, what places of interest should I write about?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St. Petersburg popular among foreign and local tourists, and why?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season is the best to visit St. Petersburg?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We’ve just returned from the trip to the seaside…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an email to Olive.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your message: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answer her questions;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ask 3 questions about the trip.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100–140 words. Remember the rules of email writing.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36863"/>
            <a:ext cx="10908792" cy="121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3319975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3319975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3155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0095"/>
            <a:ext cx="10908792" cy="691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71756"/>
            <a:ext cx="10908792" cy="691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3418"/>
            <a:ext cx="10908792" cy="691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868680"/>
            <a:ext cx="5541264" cy="292608"/>
          </a:xfrm>
          <a:prstGeom prst="roundRect">
            <a:avLst>
              <a:gd name="adj" fmla="val 50000"/>
            </a:avLst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886968"/>
            <a:ext cx="5431536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работа 8311 · Olive · 105 слов · К1 2 · К2 2 · К3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75739"/>
            <a:ext cx="10908792" cy="3928533"/>
          </a:xfrm>
          <a:prstGeom prst="rect">
            <a:avLst/>
          </a:prstGeom>
          <a:solidFill>
            <a:srgbClr val="F3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75739"/>
            <a:ext cx="64008" cy="3928533"/>
          </a:xfrm>
          <a:prstGeom prst="rect">
            <a:avLst/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1567180"/>
            <a:ext cx="10652760" cy="3763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Olive,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Thanks for your email. I hope you're doing fine.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your email you ask me some questions about St. Petersburg. I think you should write about Hermitage and Petergof. In my opinion St Petersburg is popular among foreign and local tourists because it's the most beautiful historic city of the world. I think summer is the best season to visit St. Petersburg.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By the way, I want to ask you some questions about the trip. How long was your trip? What interesting things did you see? Did you go to the trip by yourself?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guess that's all for now. 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Liza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95713"/>
            <a:ext cx="10908792" cy="859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Язык не идеальный — так и бывает на 6. Petergof друг поймёт. Запятой после In my opinion нет — одну пунктуацию простили.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2488455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2488455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232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From: Mike@mail.uk  Subject: Mobile devices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…I’ve recently been involved in a school survey on gadgets and devices.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device is your favourite, if any? What do you usually use it for?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 you consider using mobile phones essential for young people, why or why not?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I’ve recently returned from a nice summer camp…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— answer his questions; ask 3 questions about the summer camp.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8575"/>
            <a:ext cx="2423160" cy="292608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3466863"/>
            <a:ext cx="2313432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работа 8447 · 0 из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6624"/>
            <a:ext cx="10908792" cy="2488455"/>
          </a:xfrm>
          <a:prstGeom prst="rect">
            <a:avLst/>
          </a:prstGeom>
          <a:solidFill>
            <a:srgbClr val="FD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66624"/>
            <a:ext cx="64008" cy="2488455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958064"/>
            <a:ext cx="10652760" cy="232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Hey, Mike.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How's it going? … Actually, i'm really glad to hear you again…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Wanna tell me more about your timespan out there?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it was nice or not? Can you recommend me visit any or better not?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I’ll be waiting for your emails.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Imagine that you are doing a project on why some Zetlanders refuse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attend music schools. You have found some data on the subject – the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results of a survey (see the table below). Comment on the survey data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and give your opinion on the subject of the project.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survey question: Why do you refuse to attend a music school?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No fast result                         29%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Time-consuming                         23%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Not interested in music                19%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Far from home                          15%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No money for a quality instrument      14%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200–250 words. Use the following plan: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make an opening statement on the subject of the project;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select and report 2–3 facts;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make 1–2 comparisons where relevant and give your comments;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outline a problem that can arise with learning to play a musical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  instrument and suggest a way of solving it;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– conclude by giving and explaining your opinion on whether one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  should be able to play a musical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4426633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4426633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4262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86753"/>
            <a:ext cx="10908792" cy="96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868680"/>
            <a:ext cx="7150608" cy="292608"/>
          </a:xfrm>
          <a:prstGeom prst="roundRect">
            <a:avLst>
              <a:gd name="adj" fmla="val 50000"/>
            </a:avLst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886968"/>
            <a:ext cx="7040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работа 1025 · 224 слова · РКЗ 3 · орг. 2 · лекс. 2 · гр. 3 · орф.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586054"/>
            <a:ext cx="10908792" cy="4769025"/>
          </a:xfrm>
          <a:prstGeom prst="rect">
            <a:avLst/>
          </a:prstGeom>
          <a:solidFill>
            <a:srgbClr val="F3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586054"/>
            <a:ext cx="64008" cy="4769025"/>
          </a:xfrm>
          <a:prstGeom prst="rect">
            <a:avLst/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1677494"/>
            <a:ext cx="10652760" cy="4604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Nowadays people do not value music. As part of my project on why some Zetlanders refuse to attend music schools, I have found a table containing some relevant results of the opinion polls that I am going to comment 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According to the data, the majority of the respondents choose "No fast result" … The second most sizeable group vote for "Time-consuming" (23%). … the least favoured option is "No money for a quality instrument" (14%)…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Looking more closely at the table, … "Not interested in music" … more widespread … than "Far from home" … 4 percentage points…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one of the problems … is that one can not find a suitable teacher. … A person should attend trial lessons…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believe that being able to play a musical instrument is important. That is because a person can always find comfort in music.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2488455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2488455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232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… project on the preparations for the New Year that Zetlanders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consider most important … survey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Tidy the house 36% · Decorate a New Year tree 34% · Cook traditional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dishes 20% · Buy presents 7% · Buy a new outfit 3%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outline a problem that can arise with organizing a New Year party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opinion on the importance of preparing for New Year celebrations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well in advance.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8575"/>
            <a:ext cx="3630168" cy="292608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3466863"/>
            <a:ext cx="3520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работа 8781 · 218 слов · 0 из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6624"/>
            <a:ext cx="10908792" cy="2488455"/>
          </a:xfrm>
          <a:prstGeom prst="rect">
            <a:avLst/>
          </a:prstGeom>
          <a:solidFill>
            <a:srgbClr val="FD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66624"/>
            <a:ext cx="64008" cy="2488455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958064"/>
            <a:ext cx="10652760" cy="232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I have just found some data … and organised it in the table below.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only third percent of respondents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20 per cent … is only slightly lower than … decorate a New Year tree.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… only seven per cent of respondent buy presents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belive that people will celebrate New Year funny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чтение вслух · 1 балл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80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1,5 мин. Читать 1,5 мин. Ставят 1 или 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67177"/>
            <a:ext cx="10908792" cy="3689405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67177"/>
            <a:ext cx="64008" cy="3689405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1858617"/>
            <a:ext cx="10652760" cy="3524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Task 1. You have 1.5 minutes to read the text silently, then be ready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read it out aloud. You will not have more than 1.5 minutes to read it.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Lake Baikal in Siberia is the deepest freshwater lake on Earth. It holds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about one fifth of the world’s unfrozen fresh water. In winter the surface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covered with thick ice, and people walk and even drive on it. In summer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water is cold but very clear. Scientists study unique fish and plants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that live only here. For many Russians Baikal is not just a lake but 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symbol of nature that must be protected.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48022"/>
            <a:ext cx="10908792" cy="80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На экзамене текст другой. Важно: дочитать до конца, не пропускать слова, паузы по смыслу, звуки и ударение.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2 · четыре вопроса · 4 балла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Task 2. Study the advertisement.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You are considering going to the mountains and now you’d like to get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more information. In 1.5 minutes you are to ask four direct questions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find out about the following: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      Join our journey to the mountains!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1) duration of the tour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2) price for one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3) student discounts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4) special equipment needed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You have 20 seconds to ask each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интервью · 5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96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Вопросы на экране вы </a:t>
            </a:r>
            <a:r>
              <a:rPr sz="12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видите заранее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Слушайте. 40 секунд на ответ, 2–3 фразы. По 1 баллу за ответ.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8446"/>
            <a:ext cx="10908792" cy="4426633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928446"/>
            <a:ext cx="64008" cy="4426633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9886"/>
            <a:ext cx="10652760" cy="4262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Interviewer: Hello everybody! It’s Teenagers Round the World Channel.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Our guest today is a teenager from Russia and we are going to discuss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teenagers’ attitude to local places of interest.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– What are some of the places of interest in your region? Why should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a tourist see them?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– Is it important to preserve historical places? Why or why not?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– What is your favourite place in your home town? Why do you like it?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– What sort of places will be interesting for people in the future? Why?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– How can we make teenagers be more interested in local culture?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Task 4. Imagine that you and your friend are doing a school project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“Summer holidays”. You have found some photos to illustrate it but for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technical reasons you cannot send them now. Leave a voice message to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your friend explaining your choice of the photos and sharing some ideas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about the project. In 2.5 minutes be ready to: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● explain the choice of the illustrations for the project by briefly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  describing them and noting the differences;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● mention the advantages (1–2) of the two types of summer holidays;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● mention the disadvantages (1–2) of the two types of summer holidays;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● express your opinion on the subject of the project – which of these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   ways of spending summer holidays you preferred as a child and why.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You will speak for not more than 3 minutes (12–15 sentences).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You have to talk continuously.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36863"/>
            <a:ext cx="10908792" cy="121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868680"/>
            <a:ext cx="5843016" cy="292608"/>
          </a:xfrm>
          <a:prstGeom prst="roundRect">
            <a:avLst>
              <a:gd name="adj" fmla="val 50000"/>
            </a:avLst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886968"/>
            <a:ext cx="5733288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ответ 0487 · Summer holidays · РКЗ 4 · орг. 3 · язык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75739"/>
            <a:ext cx="10908792" cy="3928533"/>
          </a:xfrm>
          <a:prstGeom prst="rect">
            <a:avLst/>
          </a:prstGeom>
          <a:solidFill>
            <a:srgbClr val="F3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75739"/>
            <a:ext cx="64008" cy="3928533"/>
          </a:xfrm>
          <a:prstGeom prst="rect">
            <a:avLst/>
          </a:prstGeom>
          <a:solidFill>
            <a:srgbClr val="1B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1567180"/>
            <a:ext cx="10652760" cy="3763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Hi, Ann. How are you doing? I have found some photos for our project “Summer holidays”. … In the first picture … a mother with her daughter … in the garden planting. … The second picture … father with his son … on the beach. … two different types of summer holidays – in the countryside and on the beach.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main advantage of … countryside is that you can help your parents with gardening … but … energy- and time-consuming … The main benefit of … the beach is that it’s very relaxing … disadvantage … sunstroke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Talking about me, when I was a child, I preferred spending holidays on a beach because I was keen on swimming … That’s all what I wanted to say. Let me know what you think. Goodbye.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95713"/>
            <a:ext cx="10908792" cy="859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Язык 2, не 3: what do you think, a summer holidays, injure. Связки перед плюсами можно было явнее. Содержание закрыто.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868680"/>
            <a:ext cx="3127248" cy="292608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886968"/>
            <a:ext cx="30175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ответ 9213 · Family pastime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96190"/>
            <a:ext cx="10908792" cy="3322441"/>
          </a:xfrm>
          <a:prstGeom prst="rect">
            <a:avLst/>
          </a:prstGeom>
          <a:solidFill>
            <a:srgbClr val="FD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396190"/>
            <a:ext cx="64008" cy="3322441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1487630"/>
            <a:ext cx="10652760" cy="3157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Hello, my dear friend! I’ve found two photos for hour project Family Pastime. And I’d like discuss with you. I chose these photos because they best illustrate family pastime. In the first picture we can see a family who spend their time on smart phone. Whiles in second picture we can see family who walking outside.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[дальше — длинные паузы, обрывки, достоинства не названы, мнение не разобрать]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10071"/>
            <a:ext cx="10908792" cy="72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Приветствие и слово project сами по себе задание не спасают. Нет различия, связанного с проектом, нет плюсов и минусов двух типов, нет понятного мнения. Содержание &lt; 50% → всё задание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8295"/>
            <a:ext cx="10908792" cy="72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Ещё хуже обрубок без друга и проекта: “I’d like to compare and contrast two pictures… I like shopping online.”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Три продукта каждые модуль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36863"/>
            <a:ext cx="10908792" cy="121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в Zoom и в фонетике.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